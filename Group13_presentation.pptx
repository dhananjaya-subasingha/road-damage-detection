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6717" y="1810976"/>
            <a:ext cx="7766936" cy="1646302"/>
          </a:xfrm>
        </p:spPr>
        <p:txBody>
          <a:bodyPr/>
          <a:lstStyle/>
          <a:p>
            <a:r>
              <a:rPr lang="en-US" dirty="0"/>
              <a:t>Road Damage Detection using Image Processing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23573" y="3457278"/>
            <a:ext cx="475322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ICT2403 – Graphics and Image Processing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University: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Rajarata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University of Sri Lanka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Group: 13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725227"/>
              </p:ext>
            </p:extLst>
          </p:nvPr>
        </p:nvGraphicFramePr>
        <p:xfrm>
          <a:off x="1463926" y="4790906"/>
          <a:ext cx="8596311" cy="10248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374950002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96167532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1502747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Member Name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Registration Number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Index Number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49989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Mr.H.M.T.D.M.Amarasingha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ICT/2023/058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6046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12509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Mr.H.M.N.R.B.Herath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ICT/2023/059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6047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461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Mr.D.M.R.V.Dissanayaka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ICT/2023/060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6048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446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Mr.D.S.M.D.B.Subasingha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ICT/2023/083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6065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1289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747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925396"/>
            <a:ext cx="10070877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 damage detection is important for maintenance and safety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inspection is slow and inefficient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uses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processing techniques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road damages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on: 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Cracks 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Potholes 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 markings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262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270000"/>
            <a:ext cx="7609776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different types of road degradation</a:t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damaged regions from video frames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 and visualize detected damages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performance of segmentation </a:t>
            </a:r>
          </a:p>
        </p:txBody>
      </p:sp>
    </p:spTree>
    <p:extLst>
      <p:ext uri="{BB962C8B-B14F-4D97-AF65-F5344CB8AC3E}">
        <p14:creationId xmlns:p14="http://schemas.microsoft.com/office/powerpoint/2010/main" val="1702165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955" y="2780631"/>
            <a:ext cx="8596668" cy="1320800"/>
          </a:xfrm>
        </p:spPr>
        <p:txBody>
          <a:bodyPr/>
          <a:lstStyle/>
          <a:p>
            <a:r>
              <a:rPr lang="en-US" dirty="0" smtClean="0"/>
              <a:t>System </a:t>
            </a:r>
            <a:r>
              <a:rPr lang="en-US" dirty="0"/>
              <a:t>Pipeline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674" y="144379"/>
            <a:ext cx="2416768" cy="6593305"/>
          </a:xfrm>
        </p:spPr>
      </p:pic>
    </p:spTree>
    <p:extLst>
      <p:ext uri="{BB962C8B-B14F-4D97-AF65-F5344CB8AC3E}">
        <p14:creationId xmlns:p14="http://schemas.microsoft.com/office/powerpoint/2010/main" val="978242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1620"/>
            <a:ext cx="8596668" cy="3880773"/>
          </a:xfrm>
        </p:spPr>
        <p:txBody>
          <a:bodyPr/>
          <a:lstStyle/>
          <a:p>
            <a:r>
              <a:rPr lang="en-US" sz="2800" dirty="0"/>
              <a:t>Convert to grayscale </a:t>
            </a: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Histogram equalization → improves contrast </a:t>
            </a: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Gaussian blur → reduces noise </a:t>
            </a: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dirty="0"/>
              <a:t>Output: Clearer frames for segmentation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003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0043"/>
            <a:ext cx="8596668" cy="5558589"/>
          </a:xfrm>
        </p:spPr>
        <p:txBody>
          <a:bodyPr>
            <a:normAutofit/>
          </a:bodyPr>
          <a:lstStyle/>
          <a:p>
            <a:r>
              <a:rPr lang="en-US" sz="3200" dirty="0" err="1"/>
              <a:t>Thresholding</a:t>
            </a:r>
            <a:r>
              <a:rPr lang="en-US" sz="3200" dirty="0"/>
              <a:t>: </a:t>
            </a:r>
          </a:p>
          <a:p>
            <a:pPr lvl="1"/>
            <a:r>
              <a:rPr lang="en-US" sz="2800" dirty="0"/>
              <a:t>Bright regions → road markings </a:t>
            </a:r>
          </a:p>
          <a:p>
            <a:pPr lvl="1"/>
            <a:r>
              <a:rPr lang="en-US" sz="2800" dirty="0"/>
              <a:t>Dark regions → potholes </a:t>
            </a:r>
          </a:p>
          <a:p>
            <a:pPr marL="457200" lvl="1" indent="0">
              <a:buNone/>
            </a:pPr>
            <a:endParaRPr lang="en-US" sz="2800" dirty="0"/>
          </a:p>
          <a:p>
            <a:r>
              <a:rPr lang="en-US" sz="3200" dirty="0"/>
              <a:t>Canny edge detection → cracks </a:t>
            </a:r>
          </a:p>
          <a:p>
            <a:r>
              <a:rPr lang="en-US" sz="3200" dirty="0"/>
              <a:t>Combined mask created </a:t>
            </a:r>
          </a:p>
          <a:p>
            <a:r>
              <a:rPr lang="en-US" sz="3200" dirty="0" smtClean="0"/>
              <a:t> </a:t>
            </a:r>
            <a:r>
              <a:rPr lang="en-US" sz="3200" dirty="0"/>
              <a:t>Output: Binary segmented image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2009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Morphology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77334" y="1270000"/>
            <a:ext cx="667041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Morphological closing → removes noise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Contour detection → finds objects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 filtering: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→ ignore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Medium → cracks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→ potholes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571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70778"/>
            <a:ext cx="8596668" cy="4962106"/>
          </a:xfrm>
        </p:spPr>
        <p:txBody>
          <a:bodyPr>
            <a:normAutofit/>
          </a:bodyPr>
          <a:lstStyle/>
          <a:p>
            <a:r>
              <a:rPr lang="en-US" sz="3200" dirty="0"/>
              <a:t>Bounding boxes drawn </a:t>
            </a:r>
          </a:p>
          <a:p>
            <a:r>
              <a:rPr lang="en-US" sz="3200" dirty="0"/>
              <a:t>Labels added: </a:t>
            </a:r>
          </a:p>
          <a:p>
            <a:pPr lvl="1"/>
            <a:r>
              <a:rPr lang="en-US" sz="2800" dirty="0"/>
              <a:t>Cracks </a:t>
            </a:r>
          </a:p>
          <a:p>
            <a:pPr lvl="1"/>
            <a:r>
              <a:rPr lang="en-US" sz="2800" dirty="0"/>
              <a:t>Potholes </a:t>
            </a:r>
          </a:p>
          <a:p>
            <a:pPr lvl="1"/>
            <a:r>
              <a:rPr lang="en-US" sz="2800" dirty="0"/>
              <a:t>Lines </a:t>
            </a:r>
            <a:endParaRPr lang="en-US" sz="2800" dirty="0" smtClean="0"/>
          </a:p>
          <a:p>
            <a:pPr marL="457200" lvl="1" indent="0">
              <a:buNone/>
            </a:pPr>
            <a:endParaRPr lang="en-US" sz="2800" dirty="0"/>
          </a:p>
          <a:p>
            <a:r>
              <a:rPr lang="en-US" sz="3200" dirty="0"/>
              <a:t>Output video generated </a:t>
            </a:r>
          </a:p>
          <a:p>
            <a:r>
              <a:rPr lang="en-US" sz="3200" dirty="0" smtClean="0"/>
              <a:t>Shows </a:t>
            </a:r>
            <a:r>
              <a:rPr lang="en-US" sz="3200" dirty="0"/>
              <a:t>real-time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64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43789"/>
            <a:ext cx="2274413" cy="40782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678" y="1443789"/>
            <a:ext cx="2262638" cy="40571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279" y="1443789"/>
            <a:ext cx="2283647" cy="40948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889" y="1443789"/>
            <a:ext cx="2283648" cy="40948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96276" y="5538604"/>
            <a:ext cx="9137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Original                      enhanced                    segmented mask              final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52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137018"/>
            <a:ext cx="636584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Shadows detected as potholes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contrast cracks difficult to detect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Motion blur reduces edge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 textures cause false detection </a:t>
            </a:r>
          </a:p>
        </p:txBody>
      </p:sp>
    </p:spTree>
    <p:extLst>
      <p:ext uri="{BB962C8B-B14F-4D97-AF65-F5344CB8AC3E}">
        <p14:creationId xmlns:p14="http://schemas.microsoft.com/office/powerpoint/2010/main" val="4027736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237916"/>
            <a:ext cx="6372257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adaptive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thresholding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crack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machine learning / deep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dataset with ground truth </a:t>
            </a:r>
          </a:p>
        </p:txBody>
      </p:sp>
    </p:spTree>
    <p:extLst>
      <p:ext uri="{BB962C8B-B14F-4D97-AF65-F5344CB8AC3E}">
        <p14:creationId xmlns:p14="http://schemas.microsoft.com/office/powerpoint/2010/main" val="2465934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3881" y="2999874"/>
            <a:ext cx="8596668" cy="1320800"/>
          </a:xfrm>
        </p:spPr>
        <p:txBody>
          <a:bodyPr/>
          <a:lstStyle/>
          <a:p>
            <a:r>
              <a:rPr lang="en-US" dirty="0" smtClean="0"/>
              <a:t>	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200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219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Iskoola Pota</vt:lpstr>
      <vt:lpstr>Trebuchet MS</vt:lpstr>
      <vt:lpstr>Wingdings 3</vt:lpstr>
      <vt:lpstr>Facet</vt:lpstr>
      <vt:lpstr>Road Damage Detection using Image Processing</vt:lpstr>
      <vt:lpstr>Introduction</vt:lpstr>
      <vt:lpstr>Objective</vt:lpstr>
      <vt:lpstr>System Pipeline</vt:lpstr>
      <vt:lpstr>Image Enhancement</vt:lpstr>
      <vt:lpstr>Segmentation</vt:lpstr>
      <vt:lpstr>Morphology</vt:lpstr>
      <vt:lpstr>Final Output</vt:lpstr>
      <vt:lpstr>Results</vt:lpstr>
      <vt:lpstr>Challenges</vt:lpstr>
      <vt:lpstr>Future Improvements</vt:lpstr>
      <vt:lpstr>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Damage Detection using Image Processing</dc:title>
  <dc:creator>ASUS</dc:creator>
  <cp:lastModifiedBy>ASUS</cp:lastModifiedBy>
  <cp:revision>4</cp:revision>
  <dcterms:created xsi:type="dcterms:W3CDTF">2026-05-05T13:36:43Z</dcterms:created>
  <dcterms:modified xsi:type="dcterms:W3CDTF">2026-05-05T14:07:28Z</dcterms:modified>
</cp:coreProperties>
</file>